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92"/>
    <p:restoredTop sz="94688"/>
  </p:normalViewPr>
  <p:slideViewPr>
    <p:cSldViewPr snapToGrid="0" showGuides="1">
      <p:cViewPr>
        <p:scale>
          <a:sx n="66" d="100"/>
          <a:sy n="66" d="100"/>
        </p:scale>
        <p:origin x="2632" y="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D89E2-C4C2-9147-B4C4-739FCD8F8F5A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0C44D-8375-734E-8711-32BF4B1212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0481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0C44D-8375-734E-8711-32BF4B12125F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6959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E921-1CBB-0727-F536-D926B866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E64A6-E900-6F2F-9323-EC8F7986B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908AB-D7F8-A0BD-21C4-479A3C29D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2F8E-05BD-3EFB-99CB-DA1E7FFE8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0C44D-8375-734E-8711-32BF4B12125F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3761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0B4BF-C9FA-AADC-4D9A-60474606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F521E-6DFB-BEC0-9F35-4DFF47705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9822E-77A7-B678-C49D-2E3E631EE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A861D-B88A-684E-9AAF-A3E958C08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0C44D-8375-734E-8711-32BF4B12125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327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1D16-1236-98F6-2048-7C3F4FB21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CE8DF-9DB7-19BD-586D-AB179B444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14015-E545-B16F-63A8-0DAB4AEE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C4AFE-4458-5959-892D-05FF4747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BD24-4493-CB1B-E5E1-F8E2D8C9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114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B347-787B-AAAB-52C5-13C413F8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2B84C-276F-4D89-62BD-D9F2956C8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B37D0-1D9C-ACB6-8E06-366BB2DE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AA5CA-A68C-30EC-625E-D8B55647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227F1-3762-701E-68FE-1844374B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924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B321-BC72-99FE-072A-4EE21F13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75386-A7E9-3D78-3016-17AA36752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FCC0C-3727-93F4-2BEB-DE720A51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C1EF0-2581-B9A1-96A5-FBBC70CE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581A8-227A-0570-3A14-E7EDBDD3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990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EC96-E27D-1736-5CF7-8C5F8CEC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429A1-7F87-F327-DA36-5244D7EDF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F2A77-C2B7-D887-05BA-E06248790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E496C-0F0D-73D0-51D3-B3E0B8D6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B2E93-2A31-3343-5529-2F0FD535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80439-B086-4C4C-FD8D-D501457E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062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FD65-36E7-60D4-32F7-189F2C44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B0073-1BA7-1295-C3BC-5F82BD02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29D26-784F-7685-EE34-1CAD4CE51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1B37F-4401-DD26-67B4-116F290C0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B7B59-E52E-06B6-6B94-116103ED8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72879-6E20-13B2-FDD2-FEFD9E91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E55C5-4E29-ADF6-E299-AE2F1846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75A5D-B3D3-C9EE-22C2-8DB46982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361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8A9F-21BA-F8C7-8913-2F4B3BF7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17ED8-97BE-6ED5-BB13-87D1E34C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5080F-27F6-71B4-3A26-D75B1326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3CE16-B5A5-FCB7-D477-D54FA9DB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378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6DEFE-BCF3-CF8E-9445-681F581E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F7574-34B8-7CF7-CBA1-A1039AC3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B50B-1CB6-E26E-065A-9D4C41B6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228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5EEF-09BB-7B29-D022-EABECDF1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84F5-0DC9-4369-2153-31BD6FC0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CDFE3-946C-0951-3101-2F0DDB144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EAB77-C1E0-B400-942E-90BCE675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9DDB9-9069-8006-40DB-C97A46AE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5C510-ED41-2161-8AF7-15609165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628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187E-54BB-298F-6599-63B0BC12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53EB3-D86A-CB1A-EC5C-FFE6AFEAA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44BB0-18D9-22B2-7ED5-B2DEAE3D9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62BC3-F126-F8B1-9544-C25CFB28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1146F-8F3C-119A-5AFD-5FC3C3D6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99646-E339-41B3-D5BC-C380619A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119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9814-D16C-7DDA-C9B6-53FE678D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0E950-D2EE-ABA8-024C-B97A658E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5EE3D-BCC0-491F-AA44-C849D9BF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B0A01-5C28-B0DF-A0DB-FF1DAB7A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53A0A-4F92-983C-8B54-CCC231BC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847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5063C-5C3E-331A-8E63-517AEFE1B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7E8E6-0621-2A2F-D857-AB91F47C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DD0F3-8EC3-7055-F915-C1B2CCDC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04896-9669-47F3-EBB5-4F8E4CB5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EBDD9-2EC2-7E84-DECE-71CD422E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485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0DF85-DF82-C79F-3A5E-FCF101B9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17FF2-F1FC-EDA4-8EAF-C547A677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1176-11C7-533C-8A54-289EF0C9E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81868-BBAE-D940-A4CE-3EC2DE3C5302}" type="datetimeFigureOut">
              <a:rPr lang="en-IL" smtClean="0"/>
              <a:t>08/07/2026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614F-556C-8BD1-51BC-2B9EB986D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6ACEC-732D-1777-60E6-3CF9B1E34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267AC-494D-2349-AD39-E78EC50CF3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631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forest&#10;&#10;Description automatically generated">
            <a:extLst>
              <a:ext uri="{FF2B5EF4-FFF2-40B4-BE49-F238E27FC236}">
                <a16:creationId xmlns:a16="http://schemas.microsoft.com/office/drawing/2014/main" id="{2C76C8B1-71A5-DD56-A8DC-DFFF38CB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" y="0"/>
            <a:ext cx="1213805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A99C39-5A87-8EF7-F89A-4AC507A47B0A}"/>
              </a:ext>
            </a:extLst>
          </p:cNvPr>
          <p:cNvSpPr/>
          <p:nvPr/>
        </p:nvSpPr>
        <p:spPr>
          <a:xfrm>
            <a:off x="1277471" y="6225987"/>
            <a:ext cx="1667436" cy="4437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Leaf-covered ground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41950B-2D7E-5C0E-0F93-B3CB0B7DA11F}"/>
              </a:ext>
            </a:extLst>
          </p:cNvPr>
          <p:cNvCxnSpPr/>
          <p:nvPr/>
        </p:nvCxnSpPr>
        <p:spPr>
          <a:xfrm>
            <a:off x="2958353" y="6468035"/>
            <a:ext cx="9950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8C648-AE80-C63B-D656-CE2B82621CBC}"/>
              </a:ext>
            </a:extLst>
          </p:cNvPr>
          <p:cNvSpPr/>
          <p:nvPr/>
        </p:nvSpPr>
        <p:spPr>
          <a:xfrm>
            <a:off x="8812306" y="3944470"/>
            <a:ext cx="1474694" cy="4392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Large red/yellow flowers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64AADB-FDE2-CF85-DB58-C22A68F40FD4}"/>
              </a:ext>
            </a:extLst>
          </p:cNvPr>
          <p:cNvCxnSpPr>
            <a:cxnSpLocks/>
          </p:cNvCxnSpPr>
          <p:nvPr/>
        </p:nvCxnSpPr>
        <p:spPr>
          <a:xfrm flipV="1">
            <a:off x="9605683" y="3052482"/>
            <a:ext cx="103093" cy="88750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6A0C8C-48AE-8F00-A86B-AF93E837D49D}"/>
              </a:ext>
            </a:extLst>
          </p:cNvPr>
          <p:cNvCxnSpPr>
            <a:cxnSpLocks/>
          </p:cNvCxnSpPr>
          <p:nvPr/>
        </p:nvCxnSpPr>
        <p:spPr>
          <a:xfrm flipH="1" flipV="1">
            <a:off x="7597588" y="1990166"/>
            <a:ext cx="1237129" cy="203050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C8F2A1B-8D5B-4518-D01B-F883CF262303}"/>
              </a:ext>
            </a:extLst>
          </p:cNvPr>
          <p:cNvSpPr/>
          <p:nvPr/>
        </p:nvSpPr>
        <p:spPr>
          <a:xfrm>
            <a:off x="3455894" y="5033681"/>
            <a:ext cx="1667436" cy="4437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Large butress root trees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B01FD-11CB-CBFA-3062-124473F4FB4A}"/>
              </a:ext>
            </a:extLst>
          </p:cNvPr>
          <p:cNvSpPr/>
          <p:nvPr/>
        </p:nvSpPr>
        <p:spPr>
          <a:xfrm>
            <a:off x="1497107" y="389963"/>
            <a:ext cx="1667436" cy="4437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Strong warm sunlight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E5FD25-7F94-1DDA-D1C7-F57EDBBC1821}"/>
              </a:ext>
            </a:extLst>
          </p:cNvPr>
          <p:cNvCxnSpPr/>
          <p:nvPr/>
        </p:nvCxnSpPr>
        <p:spPr>
          <a:xfrm>
            <a:off x="3177989" y="632011"/>
            <a:ext cx="9950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0FD7DE-C5BF-80D7-0BCF-EE94AECB11AC}"/>
              </a:ext>
            </a:extLst>
          </p:cNvPr>
          <p:cNvCxnSpPr>
            <a:cxnSpLocks/>
          </p:cNvCxnSpPr>
          <p:nvPr/>
        </p:nvCxnSpPr>
        <p:spPr>
          <a:xfrm flipV="1">
            <a:off x="5020237" y="4164105"/>
            <a:ext cx="331692" cy="88750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F71057-5100-4E88-EB20-3D16AB71A8F2}"/>
              </a:ext>
            </a:extLst>
          </p:cNvPr>
          <p:cNvCxnSpPr>
            <a:cxnSpLocks/>
          </p:cNvCxnSpPr>
          <p:nvPr/>
        </p:nvCxnSpPr>
        <p:spPr>
          <a:xfrm flipH="1" flipV="1">
            <a:off x="2796988" y="4383741"/>
            <a:ext cx="712696" cy="84043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55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orest with mossy trees and mossy ground&#10;&#10;Description automatically generated">
            <a:extLst>
              <a:ext uri="{FF2B5EF4-FFF2-40B4-BE49-F238E27FC236}">
                <a16:creationId xmlns:a16="http://schemas.microsoft.com/office/drawing/2014/main" id="{26D53084-C454-1FAC-DF96-EDDCF1621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6" y="-1"/>
            <a:ext cx="12101254" cy="69098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AC4A7C-168E-3214-A073-626A92D6DE33}"/>
              </a:ext>
            </a:extLst>
          </p:cNvPr>
          <p:cNvSpPr/>
          <p:nvPr/>
        </p:nvSpPr>
        <p:spPr>
          <a:xfrm>
            <a:off x="4262717" y="5593977"/>
            <a:ext cx="2151529" cy="510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Thick moss covering trees and ground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CD2E08-E782-5425-B940-8773B3C8FCB7}"/>
              </a:ext>
            </a:extLst>
          </p:cNvPr>
          <p:cNvCxnSpPr>
            <a:cxnSpLocks/>
          </p:cNvCxnSpPr>
          <p:nvPr/>
        </p:nvCxnSpPr>
        <p:spPr>
          <a:xfrm flipV="1">
            <a:off x="5643832" y="5123329"/>
            <a:ext cx="286322" cy="45720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9E39795-CC5F-A66D-A5B9-D098C4AF44AC}"/>
              </a:ext>
            </a:extLst>
          </p:cNvPr>
          <p:cNvSpPr/>
          <p:nvPr/>
        </p:nvSpPr>
        <p:spPr>
          <a:xfrm>
            <a:off x="7951694" y="1134035"/>
            <a:ext cx="1474694" cy="4392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</a:t>
            </a:r>
            <a:r>
              <a:rPr lang="en-IL" sz="1400" dirty="0"/>
              <a:t>isible mist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605B50-F0A5-20CD-3CF0-4AB42D3EC5EB}"/>
              </a:ext>
            </a:extLst>
          </p:cNvPr>
          <p:cNvCxnSpPr>
            <a:cxnSpLocks/>
          </p:cNvCxnSpPr>
          <p:nvPr/>
        </p:nvCxnSpPr>
        <p:spPr>
          <a:xfrm flipH="1">
            <a:off x="7342094" y="1317811"/>
            <a:ext cx="70373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6164442-D470-0CF6-410A-4B16457B0EB2}"/>
              </a:ext>
            </a:extLst>
          </p:cNvPr>
          <p:cNvSpPr/>
          <p:nvPr/>
        </p:nvSpPr>
        <p:spPr>
          <a:xfrm>
            <a:off x="1788458" y="2790264"/>
            <a:ext cx="1667436" cy="4437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Cool, dim, diffuse lighting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50F294-90A6-7BA1-C737-F3C5F13CA485}"/>
              </a:ext>
            </a:extLst>
          </p:cNvPr>
          <p:cNvCxnSpPr/>
          <p:nvPr/>
        </p:nvCxnSpPr>
        <p:spPr>
          <a:xfrm>
            <a:off x="3455894" y="3052482"/>
            <a:ext cx="9950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C49478-8720-4EBF-A3EB-DDC1C682F734}"/>
              </a:ext>
            </a:extLst>
          </p:cNvPr>
          <p:cNvCxnSpPr>
            <a:cxnSpLocks/>
          </p:cNvCxnSpPr>
          <p:nvPr/>
        </p:nvCxnSpPr>
        <p:spPr>
          <a:xfrm flipH="1" flipV="1">
            <a:off x="2528047" y="4464424"/>
            <a:ext cx="1779768" cy="11295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56F269-E2AF-7F7C-BD74-77174FC8DBA3}"/>
              </a:ext>
            </a:extLst>
          </p:cNvPr>
          <p:cNvCxnSpPr>
            <a:cxnSpLocks/>
          </p:cNvCxnSpPr>
          <p:nvPr/>
        </p:nvCxnSpPr>
        <p:spPr>
          <a:xfrm flipV="1">
            <a:off x="5796232" y="4251245"/>
            <a:ext cx="2683555" cy="148168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23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9B8C-60A3-F284-59F0-02155602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ral reef under water&#10;&#10;Description automatically generated with medium confidence">
            <a:extLst>
              <a:ext uri="{FF2B5EF4-FFF2-40B4-BE49-F238E27FC236}">
                <a16:creationId xmlns:a16="http://schemas.microsoft.com/office/drawing/2014/main" id="{C5165C8A-506C-6F8C-EB19-F83FB6711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0A7A1E-3B0D-4228-3262-FA797D78E90F}"/>
              </a:ext>
            </a:extLst>
          </p:cNvPr>
          <p:cNvSpPr/>
          <p:nvPr/>
        </p:nvSpPr>
        <p:spPr>
          <a:xfrm>
            <a:off x="8045825" y="1079999"/>
            <a:ext cx="2151529" cy="510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Strong visible sun rays through clear water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3018F-133B-9BA2-8E3F-98C90C077C5E}"/>
              </a:ext>
            </a:extLst>
          </p:cNvPr>
          <p:cNvSpPr/>
          <p:nvPr/>
        </p:nvSpPr>
        <p:spPr>
          <a:xfrm>
            <a:off x="6131859" y="5387788"/>
            <a:ext cx="1819835" cy="6051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Colorful coral on larger rocks</a:t>
            </a:r>
            <a:endParaRPr lang="en-I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4CCAD1-1CDD-ED6E-9FF7-FCEA8EBA119E}"/>
              </a:ext>
            </a:extLst>
          </p:cNvPr>
          <p:cNvCxnSpPr>
            <a:cxnSpLocks/>
          </p:cNvCxnSpPr>
          <p:nvPr/>
        </p:nvCxnSpPr>
        <p:spPr>
          <a:xfrm flipH="1">
            <a:off x="7342094" y="1317811"/>
            <a:ext cx="70373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51A588B-A420-0D9D-30EA-B709DC0AEF18}"/>
              </a:ext>
            </a:extLst>
          </p:cNvPr>
          <p:cNvSpPr/>
          <p:nvPr/>
        </p:nvSpPr>
        <p:spPr>
          <a:xfrm>
            <a:off x="1694329" y="3361783"/>
            <a:ext cx="1667436" cy="6387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Pale rippled sand covering the seafloor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CBCA4F-5FE0-7AF9-5847-DE0D9CC137EF}"/>
              </a:ext>
            </a:extLst>
          </p:cNvPr>
          <p:cNvCxnSpPr/>
          <p:nvPr/>
        </p:nvCxnSpPr>
        <p:spPr>
          <a:xfrm>
            <a:off x="3361765" y="3681151"/>
            <a:ext cx="99508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7A2310-D227-1C8B-6F6B-8022CE451FE1}"/>
              </a:ext>
            </a:extLst>
          </p:cNvPr>
          <p:cNvCxnSpPr>
            <a:cxnSpLocks/>
          </p:cNvCxnSpPr>
          <p:nvPr/>
        </p:nvCxnSpPr>
        <p:spPr>
          <a:xfrm flipH="1">
            <a:off x="3859306" y="5719482"/>
            <a:ext cx="2474258" cy="64097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865A7-0A86-6D9A-AB2A-553EB1550F1B}"/>
              </a:ext>
            </a:extLst>
          </p:cNvPr>
          <p:cNvCxnSpPr>
            <a:cxnSpLocks/>
          </p:cNvCxnSpPr>
          <p:nvPr/>
        </p:nvCxnSpPr>
        <p:spPr>
          <a:xfrm flipV="1">
            <a:off x="7851528" y="4000519"/>
            <a:ext cx="1270061" cy="177748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0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2252-1E6D-4F74-95C1-739EF480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cky bottom of a river&#10;&#10;Description automatically generated">
            <a:extLst>
              <a:ext uri="{FF2B5EF4-FFF2-40B4-BE49-F238E27FC236}">
                <a16:creationId xmlns:a16="http://schemas.microsoft.com/office/drawing/2014/main" id="{836DE598-E5E4-2D87-9AB2-1B1C664C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6" y="0"/>
            <a:ext cx="12165027" cy="68732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A78D3A-A73D-12FF-C2AA-199B6CE58888}"/>
              </a:ext>
            </a:extLst>
          </p:cNvPr>
          <p:cNvSpPr/>
          <p:nvPr/>
        </p:nvSpPr>
        <p:spPr>
          <a:xfrm>
            <a:off x="8045825" y="927851"/>
            <a:ext cx="2308410" cy="6631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Slightly hazy water with diffuse light (no sun beams)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118B6-1D5F-8D2C-FD19-85C072D47104}"/>
              </a:ext>
            </a:extLst>
          </p:cNvPr>
          <p:cNvSpPr/>
          <p:nvPr/>
        </p:nvSpPr>
        <p:spPr>
          <a:xfrm>
            <a:off x="3212294" y="4524954"/>
            <a:ext cx="1819835" cy="6051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Green/yellow aquatic seaweed </a:t>
            </a:r>
            <a:endParaRPr lang="en-I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0805A9-BF12-8B54-C43F-4BC8F8BB257B}"/>
              </a:ext>
            </a:extLst>
          </p:cNvPr>
          <p:cNvCxnSpPr>
            <a:cxnSpLocks/>
          </p:cNvCxnSpPr>
          <p:nvPr/>
        </p:nvCxnSpPr>
        <p:spPr>
          <a:xfrm flipH="1">
            <a:off x="7503459" y="1590969"/>
            <a:ext cx="542366" cy="47987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336B598-740E-2EBE-E841-8566A760C9D1}"/>
              </a:ext>
            </a:extLst>
          </p:cNvPr>
          <p:cNvSpPr/>
          <p:nvPr/>
        </p:nvSpPr>
        <p:spPr>
          <a:xfrm>
            <a:off x="6333564" y="5395655"/>
            <a:ext cx="1667436" cy="6387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400" dirty="0"/>
              <a:t>Smooth rounded pebbles covering the ground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0A8BC0-407A-28F6-014F-A5123AC29673}"/>
              </a:ext>
            </a:extLst>
          </p:cNvPr>
          <p:cNvCxnSpPr>
            <a:cxnSpLocks/>
          </p:cNvCxnSpPr>
          <p:nvPr/>
        </p:nvCxnSpPr>
        <p:spPr>
          <a:xfrm flipH="1" flipV="1">
            <a:off x="3212294" y="4198882"/>
            <a:ext cx="847164" cy="32607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51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72</Words>
  <Application>Microsoft Macintosh PowerPoint</Application>
  <PresentationFormat>Widescreen</PresentationFormat>
  <Paragraphs>16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Lubianiker, Nitsan</dc:creator>
  <cp:lastModifiedBy>Lubianiker, Nitsan</cp:lastModifiedBy>
  <cp:revision>1</cp:revision>
  <dcterms:created xsi:type="dcterms:W3CDTF">2026-07-09T01:52:55Z</dcterms:created>
  <dcterms:modified xsi:type="dcterms:W3CDTF">2026-07-09T02:14:20Z</dcterms:modified>
</cp:coreProperties>
</file>